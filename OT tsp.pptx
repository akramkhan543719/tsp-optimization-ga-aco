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681221-B07C-4A9A-8F12-C0EBAD2567A7}" v="8" dt="2026-04-06T18:14:39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ika Sadhan" userId="b54894bcc7246274" providerId="LiveId" clId="{3909CA37-6D57-4751-B07B-9C5DE76D6074}"/>
    <pc:docChg chg="custSel addSld modSld">
      <pc:chgData name="Geethika Sadhan" userId="b54894bcc7246274" providerId="LiveId" clId="{3909CA37-6D57-4751-B07B-9C5DE76D6074}" dt="2026-04-06T18:14:53.006" v="109" actId="2711"/>
      <pc:docMkLst>
        <pc:docMk/>
      </pc:docMkLst>
      <pc:sldChg chg="modSp mod">
        <pc:chgData name="Geethika Sadhan" userId="b54894bcc7246274" providerId="LiveId" clId="{3909CA37-6D57-4751-B07B-9C5DE76D6074}" dt="2026-04-06T18:04:00.183" v="16" actId="20577"/>
        <pc:sldMkLst>
          <pc:docMk/>
          <pc:sldMk cId="3641349212" sldId="258"/>
        </pc:sldMkLst>
        <pc:spChg chg="mod">
          <ac:chgData name="Geethika Sadhan" userId="b54894bcc7246274" providerId="LiveId" clId="{3909CA37-6D57-4751-B07B-9C5DE76D6074}" dt="2026-04-06T18:04:00.183" v="16" actId="20577"/>
          <ac:spMkLst>
            <pc:docMk/>
            <pc:sldMk cId="3641349212" sldId="258"/>
            <ac:spMk id="2" creationId="{ED182EF2-F8B7-1A1D-C49F-6919F0F465B2}"/>
          </ac:spMkLst>
        </pc:spChg>
      </pc:sldChg>
      <pc:sldChg chg="addSp delSp modSp new mod">
        <pc:chgData name="Geethika Sadhan" userId="b54894bcc7246274" providerId="LiveId" clId="{3909CA37-6D57-4751-B07B-9C5DE76D6074}" dt="2026-04-06T18:05:32.273" v="39" actId="2710"/>
        <pc:sldMkLst>
          <pc:docMk/>
          <pc:sldMk cId="4121804138" sldId="264"/>
        </pc:sldMkLst>
        <pc:spChg chg="mod">
          <ac:chgData name="Geethika Sadhan" userId="b54894bcc7246274" providerId="LiveId" clId="{3909CA37-6D57-4751-B07B-9C5DE76D6074}" dt="2026-04-06T18:05:11.422" v="33" actId="20577"/>
          <ac:spMkLst>
            <pc:docMk/>
            <pc:sldMk cId="4121804138" sldId="264"/>
            <ac:spMk id="2" creationId="{AE46D46F-6774-6653-7FCC-8456D41EB97B}"/>
          </ac:spMkLst>
        </pc:spChg>
        <pc:spChg chg="del mod">
          <ac:chgData name="Geethika Sadhan" userId="b54894bcc7246274" providerId="LiveId" clId="{3909CA37-6D57-4751-B07B-9C5DE76D6074}" dt="2026-04-06T18:05:18.791" v="36"/>
          <ac:spMkLst>
            <pc:docMk/>
            <pc:sldMk cId="4121804138" sldId="264"/>
            <ac:spMk id="3" creationId="{7A19D0BA-7392-AFC3-54EA-3FFFC30E7F24}"/>
          </ac:spMkLst>
        </pc:spChg>
        <pc:spChg chg="add mod">
          <ac:chgData name="Geethika Sadhan" userId="b54894bcc7246274" providerId="LiveId" clId="{3909CA37-6D57-4751-B07B-9C5DE76D6074}" dt="2026-04-06T18:05:32.273" v="39" actId="2710"/>
          <ac:spMkLst>
            <pc:docMk/>
            <pc:sldMk cId="4121804138" sldId="264"/>
            <ac:spMk id="4" creationId="{9F3CB9A8-CE06-18C2-94F6-ED38E08CDC27}"/>
          </ac:spMkLst>
        </pc:spChg>
      </pc:sldChg>
      <pc:sldChg chg="modSp new mod">
        <pc:chgData name="Geethika Sadhan" userId="b54894bcc7246274" providerId="LiveId" clId="{3909CA37-6D57-4751-B07B-9C5DE76D6074}" dt="2026-04-06T18:07:13.367" v="58" actId="6549"/>
        <pc:sldMkLst>
          <pc:docMk/>
          <pc:sldMk cId="918781835" sldId="265"/>
        </pc:sldMkLst>
        <pc:spChg chg="mod">
          <ac:chgData name="Geethika Sadhan" userId="b54894bcc7246274" providerId="LiveId" clId="{3909CA37-6D57-4751-B07B-9C5DE76D6074}" dt="2026-04-06T18:06:26.673" v="47" actId="20577"/>
          <ac:spMkLst>
            <pc:docMk/>
            <pc:sldMk cId="918781835" sldId="265"/>
            <ac:spMk id="2" creationId="{FD72746D-ADDC-6DED-891C-D9B4E9366663}"/>
          </ac:spMkLst>
        </pc:spChg>
        <pc:spChg chg="mod">
          <ac:chgData name="Geethika Sadhan" userId="b54894bcc7246274" providerId="LiveId" clId="{3909CA37-6D57-4751-B07B-9C5DE76D6074}" dt="2026-04-06T18:07:13.367" v="58" actId="6549"/>
          <ac:spMkLst>
            <pc:docMk/>
            <pc:sldMk cId="918781835" sldId="265"/>
            <ac:spMk id="3" creationId="{B6C2CBBC-149A-6F4B-3456-1782B16B2304}"/>
          </ac:spMkLst>
        </pc:spChg>
      </pc:sldChg>
      <pc:sldChg chg="modSp new mod">
        <pc:chgData name="Geethika Sadhan" userId="b54894bcc7246274" providerId="LiveId" clId="{3909CA37-6D57-4751-B07B-9C5DE76D6074}" dt="2026-04-06T18:08:03.398" v="70" actId="255"/>
        <pc:sldMkLst>
          <pc:docMk/>
          <pc:sldMk cId="1337063522" sldId="266"/>
        </pc:sldMkLst>
        <pc:spChg chg="mod">
          <ac:chgData name="Geethika Sadhan" userId="b54894bcc7246274" providerId="LiveId" clId="{3909CA37-6D57-4751-B07B-9C5DE76D6074}" dt="2026-04-06T18:08:03.398" v="70" actId="255"/>
          <ac:spMkLst>
            <pc:docMk/>
            <pc:sldMk cId="1337063522" sldId="266"/>
            <ac:spMk id="3" creationId="{4ADD8234-6B93-F125-B1BC-E8A82CE51EBC}"/>
          </ac:spMkLst>
        </pc:spChg>
      </pc:sldChg>
      <pc:sldChg chg="modSp new mod">
        <pc:chgData name="Geethika Sadhan" userId="b54894bcc7246274" providerId="LiveId" clId="{3909CA37-6D57-4751-B07B-9C5DE76D6074}" dt="2026-04-06T18:10:41.419" v="87" actId="2710"/>
        <pc:sldMkLst>
          <pc:docMk/>
          <pc:sldMk cId="1920710256" sldId="267"/>
        </pc:sldMkLst>
        <pc:spChg chg="mod">
          <ac:chgData name="Geethika Sadhan" userId="b54894bcc7246274" providerId="LiveId" clId="{3909CA37-6D57-4751-B07B-9C5DE76D6074}" dt="2026-04-06T18:10:24.701" v="84" actId="20577"/>
          <ac:spMkLst>
            <pc:docMk/>
            <pc:sldMk cId="1920710256" sldId="267"/>
            <ac:spMk id="2" creationId="{3964E754-5036-ACA8-9075-5708F84D999B}"/>
          </ac:spMkLst>
        </pc:spChg>
        <pc:spChg chg="mod">
          <ac:chgData name="Geethika Sadhan" userId="b54894bcc7246274" providerId="LiveId" clId="{3909CA37-6D57-4751-B07B-9C5DE76D6074}" dt="2026-04-06T18:10:41.419" v="87" actId="2710"/>
          <ac:spMkLst>
            <pc:docMk/>
            <pc:sldMk cId="1920710256" sldId="267"/>
            <ac:spMk id="3" creationId="{EF53B4DD-F676-500D-4C31-D7E23C4FEA22}"/>
          </ac:spMkLst>
        </pc:spChg>
      </pc:sldChg>
      <pc:sldChg chg="addSp delSp modSp new mod">
        <pc:chgData name="Geethika Sadhan" userId="b54894bcc7246274" providerId="LiveId" clId="{3909CA37-6D57-4751-B07B-9C5DE76D6074}" dt="2026-04-06T18:14:53.006" v="109" actId="2711"/>
        <pc:sldMkLst>
          <pc:docMk/>
          <pc:sldMk cId="2977313881" sldId="268"/>
        </pc:sldMkLst>
        <pc:spChg chg="mod">
          <ac:chgData name="Geethika Sadhan" userId="b54894bcc7246274" providerId="LiveId" clId="{3909CA37-6D57-4751-B07B-9C5DE76D6074}" dt="2026-04-06T18:14:06.958" v="100" actId="255"/>
          <ac:spMkLst>
            <pc:docMk/>
            <pc:sldMk cId="2977313881" sldId="268"/>
            <ac:spMk id="2" creationId="{3F2B5103-A46F-1F3B-2D64-35F688A6E4EB}"/>
          </ac:spMkLst>
        </pc:spChg>
        <pc:spChg chg="del">
          <ac:chgData name="Geethika Sadhan" userId="b54894bcc7246274" providerId="LiveId" clId="{3909CA37-6D57-4751-B07B-9C5DE76D6074}" dt="2026-04-06T18:14:08.925" v="101"/>
          <ac:spMkLst>
            <pc:docMk/>
            <pc:sldMk cId="2977313881" sldId="268"/>
            <ac:spMk id="3" creationId="{68156014-9DF9-68B2-B95B-BD3FEBAEFB36}"/>
          </ac:spMkLst>
        </pc:spChg>
        <pc:spChg chg="add mod">
          <ac:chgData name="Geethika Sadhan" userId="b54894bcc7246274" providerId="LiveId" clId="{3909CA37-6D57-4751-B07B-9C5DE76D6074}" dt="2026-04-06T18:14:53.006" v="109" actId="2711"/>
          <ac:spMkLst>
            <pc:docMk/>
            <pc:sldMk cId="2977313881" sldId="268"/>
            <ac:spMk id="4" creationId="{7FC61135-CFC3-677F-68E4-3DD341AECB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08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707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43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60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28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90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2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31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898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88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03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39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752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969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50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25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56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CC686D-2764-40FF-9F7D-8E8FAA409CD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51AD1A9-A5BD-4CA7-BB13-526B5DB31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822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AB0A-4802-A21F-E1FB-593C40C08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419" y="1122363"/>
            <a:ext cx="11021961" cy="2387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Travelling Salesman 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1B4C8-4A9B-D477-7409-279B888BF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F89BF5-C07A-D1AC-6EF7-91B980259B39}"/>
              </a:ext>
            </a:extLst>
          </p:cNvPr>
          <p:cNvSpPr txBox="1"/>
          <p:nvPr/>
        </p:nvSpPr>
        <p:spPr>
          <a:xfrm>
            <a:off x="6096000" y="3509963"/>
            <a:ext cx="54372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Presented by: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Pathan Mohammed Akram Khan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2023BCSE07AED041</a:t>
            </a:r>
            <a:b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CSE (AI &amp; ML)</a:t>
            </a:r>
          </a:p>
        </p:txBody>
      </p:sp>
    </p:spTree>
    <p:extLst>
      <p:ext uri="{BB962C8B-B14F-4D97-AF65-F5344CB8AC3E}">
        <p14:creationId xmlns:p14="http://schemas.microsoft.com/office/powerpoint/2010/main" val="2524682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8FA3-02A9-E713-8D3C-D63F0E80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Travelling Salesman Problem using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9B577F-6A48-4056-2DE0-D7E2907C58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2935441"/>
            <a:ext cx="5878131" cy="308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 is an optimization technique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Inspired by natural selection (survival of the fittest)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with a population of solutions (routes)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fitness function to evaluate solutions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selection, crossover, and mutation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Produces best or near-optimal solution over iterations </a:t>
            </a:r>
          </a:p>
        </p:txBody>
      </p:sp>
    </p:spTree>
    <p:extLst>
      <p:ext uri="{BB962C8B-B14F-4D97-AF65-F5344CB8AC3E}">
        <p14:creationId xmlns:p14="http://schemas.microsoft.com/office/powerpoint/2010/main" val="181655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2EF2-F8B7-1A1D-C49F-6919F0F4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of Genetic Algorithm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EE1AD-DD2C-CB0D-E711-9BAD763B8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population (random routes)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= total distance (minimize)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→ choose best routes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Crossover → combine routes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Mutation → small random changes 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349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3FB3-38E8-C964-FB0A-726D35D2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D3204-371C-5358-A51D-6B7B70CAA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4100" y="2087880"/>
            <a:ext cx="8915400" cy="377762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route distances: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A–B = 10, A–D = 25, D–B = 35, D–C = 30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Routes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B → D → C → A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D → B → C → A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C → D → B → A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9711EA-31BF-95CB-ED4C-57176A927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752" y="2221992"/>
            <a:ext cx="2936748" cy="31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54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F622D-9892-9830-331D-28E2D5E4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D8C30-7F72-25D6-4181-535090F4C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A–B–D–C–A = 10 + 35 + 30 + 15 =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A–D–B–C–A = 25 + 35 + 30 + 15 =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A–C–D–B–A = 15 + 30 + 35 + 10 =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best routes (minimum distance = 90)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1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B567-93AF-665D-4086-48AA3EB9D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20F3F-C8E8-262D-A38A-BE19F0B3F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Crossover &amp; Mutation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route: A → B → D → C → A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Route: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→ B → D → C → A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Distance = 90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358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3840-D8D7-F2FA-7172-E9EC2C82C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Travelling Salesman Problem Using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 Colony Optimization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FBFFEE-600C-7210-BE9F-EF8E9E86CA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2208933"/>
            <a:ext cx="8637301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 Colony Optimization is a metaheuristic optimization algorithm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Inspired by real ants finding shortest paths using pheromones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artificial “ants” to explore possible solutions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Paths with more pheromone are more likely to be chosen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Shorter paths get stronger pheromone updates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Repeated iterations lead to best/near-optimal solution </a:t>
            </a:r>
          </a:p>
        </p:txBody>
      </p:sp>
    </p:spTree>
    <p:extLst>
      <p:ext uri="{BB962C8B-B14F-4D97-AF65-F5344CB8AC3E}">
        <p14:creationId xmlns:p14="http://schemas.microsoft.com/office/powerpoint/2010/main" val="417578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6D46F-6774-6653-7FCC-8456D41E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ACO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3CB9A8-CE06-18C2-94F6-ED38E08CDC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1931935"/>
            <a:ext cx="2919389" cy="4180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Initialize pheromone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 ants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Construct routes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distance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pheromone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best path </a:t>
            </a:r>
          </a:p>
        </p:txBody>
      </p:sp>
    </p:spTree>
    <p:extLst>
      <p:ext uri="{BB962C8B-B14F-4D97-AF65-F5344CB8AC3E}">
        <p14:creationId xmlns:p14="http://schemas.microsoft.com/office/powerpoint/2010/main" val="4121804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2746D-ADDC-6DED-891C-D9B4E936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2CBBC-149A-6F4B-3456-1782B16B2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ants from city A 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Ants choose next city using pheromone + distance 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are formed, for example: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B → D → C → A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 → C → B → A 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distance of each route </a:t>
            </a:r>
          </a:p>
          <a:p>
            <a:pPr>
              <a:lnSpc>
                <a:spcPct val="170000"/>
              </a:lnSpc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all routes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8781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9E984-D59C-8835-5A6E-36B22077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D8234-6B93-F125-B1BC-E8A82CE51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route gets more pheromone </a:t>
            </a:r>
          </a:p>
          <a:p>
            <a:pPr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process multiple times </a:t>
            </a:r>
          </a:p>
          <a:p>
            <a:pPr>
              <a:lnSpc>
                <a:spcPct val="17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route becomes strongest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Route: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→ B → D → C → 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Distance = 90</a:t>
            </a:r>
          </a:p>
          <a:p>
            <a:pPr>
              <a:lnSpc>
                <a:spcPct val="17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063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E754-5036-ACA8-9075-5708F84D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3B4DD-F676-500D-4C31-D7E23C4FE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ACO is better for: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problems (like TSP, routing)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convergence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pheromone → more directed search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 is better for: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optimization problems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complex search spaces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more diverse solutions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710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5103-A46F-1F3B-2D64-35F688A6E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C61135-CFC3-677F-68E4-3DD341AECB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1585687"/>
            <a:ext cx="7903702" cy="487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ACO and GA are powerful optimization techniques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 is more effective for path-based problems like TSP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 is flexible and works for a wide range of problems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 converges faster and gives better shortest path results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provide near-optimal solutions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ACO is preferred for TSP, while GA is suitable for general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problems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138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40</TotalTime>
  <Words>520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Celestial</vt:lpstr>
      <vt:lpstr>Travelling Salesman  Problem</vt:lpstr>
      <vt:lpstr> Travelling Salesman Problem using  Genetic Algorithm</vt:lpstr>
      <vt:lpstr>Algorithm of Genetic Algorithm </vt:lpstr>
      <vt:lpstr>Working</vt:lpstr>
      <vt:lpstr>PowerPoint Presentation</vt:lpstr>
      <vt:lpstr>PowerPoint Presentation</vt:lpstr>
      <vt:lpstr>Travelling Salesman Problem Using  Ant Colony Optimization</vt:lpstr>
      <vt:lpstr>Algorithm for ACO</vt:lpstr>
      <vt:lpstr>Working</vt:lpstr>
      <vt:lpstr>PowerPoint Presentation</vt:lpstr>
      <vt:lpstr>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Geethika Sadhan</dc:creator>
  <cp:lastModifiedBy>PATHAN MOHAMMED AKRAM KHAN</cp:lastModifiedBy>
  <cp:revision>2</cp:revision>
  <dcterms:created xsi:type="dcterms:W3CDTF">2026-04-06T17:39:29Z</dcterms:created>
  <dcterms:modified xsi:type="dcterms:W3CDTF">2026-04-10T17:20:04Z</dcterms:modified>
</cp:coreProperties>
</file>